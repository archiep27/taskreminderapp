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DDF"/>
    <a:srgbClr val="4A66AC"/>
    <a:srgbClr val="4A5BB9"/>
    <a:srgbClr val="629DD1"/>
    <a:srgbClr val="3F51B5"/>
    <a:srgbClr val="6080F1"/>
    <a:srgbClr val="FF9500"/>
    <a:srgbClr val="1CAF85"/>
    <a:srgbClr val="537EE8"/>
    <a:srgbClr val="F73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428CE-C05D-4032-B822-C367A97EE84B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DD8A00-F99A-4614-B49E-C175802500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7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D8A00-F99A-4614-B49E-C175802500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1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D8A00-F99A-4614-B49E-C175802500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465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D8A00-F99A-4614-B49E-C1758025007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21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D8A00-F99A-4614-B49E-C1758025007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053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D8A00-F99A-4614-B49E-C1758025007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132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DD8A00-F99A-4614-B49E-C1758025007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451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BEB1-C46E-3EAA-2E5A-D53757FE9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4D2EE-7A45-055E-426C-376DAD2A8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C5FF2-4C1E-4A72-913E-2D61D8E04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085AB-168C-EC45-CE8D-D2A86F312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DD21E-1FEF-8666-6D75-88B71557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39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005A-D3D6-3BA3-071F-0951021C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A9399-483C-6846-67E6-6F4633135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C1DB1-30F2-DBEF-9262-9621AE5A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91085-D9BA-22DB-B969-BE5F754E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75572-25B6-939E-5675-D31846C7E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4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95FA-5CC6-86FC-7F04-08AB6342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BBD0C-C26F-A3DB-070B-487A086DC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AA57A-E9CB-54B1-00D9-6B7A2F46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FEC8A-0674-53FB-AE35-411D50E3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02F0E-F1DF-7440-95CA-D10235DE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26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E149F-F563-0FD8-4AB1-3B02BF6C9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C2040-BAE2-D855-72B7-B01C4C3AA0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C33B5-7EF4-218E-133C-811576733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375B0-96F9-91A0-715E-530CB3AA9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FD0A3-43A7-8E92-51BF-2DE596392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B3DE6-5339-B4E6-30CB-85A52A05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49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49131-EFAA-5890-03DD-C3A929F1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DAA07-F379-DACB-D8B9-9BA020A0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098A7-F5DE-DF80-CBAD-4E3F6CB17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6D4557-DBFD-7501-9997-F39E4887E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23E0E6-A9C5-0548-1862-6D350CC2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AE7B51-D599-311D-43A3-6271BED0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17F732-1C38-7C3B-F79B-BA178449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BEE37-9866-AEE7-5349-02C6DE64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62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0E39-2857-681E-CBEF-06CB28FF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AD009-4FE7-EEC6-ABEA-00F53B07A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B61F9-A480-83C3-ECA8-C51DAE8E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6B737-F004-514F-348B-3C2BB5EA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02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EC7ED-6D32-793F-FFCA-CFC49229B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13B061-D19C-BD8A-FC7C-2B89ECDB2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6184D-2E2D-7481-DA20-5FB6635D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407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8A64B-EBDD-6D66-6BDC-85036792F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43C5-616D-97A9-9B64-35B7F4075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3317-AC9E-637C-DDF0-B47C15482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4896D-294B-C342-6DC7-90F83EE2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507C2-21B2-DF95-B241-3BE548466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612A9-402D-3352-295C-C86738B9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90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1C91-1623-A5D1-2F60-253DFA602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B7D32-5E4B-0A69-E938-E8BA9AB83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5A46A-46AE-78AB-0693-DF267ACB5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B3008-8B5A-D67B-BFE9-5E9B67B63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FE471-DE8D-E539-F226-D18702A9E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4AC42-77C1-2E44-A4B3-E82B497A5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867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EF92-2833-E525-CA4E-57338640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BC9BBE-C405-78B4-1CCE-602B28D9E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98F75-9160-2914-A591-2457A972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B8373-A99D-9915-F26A-D046E260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8D2A8-D249-474B-EFFF-8806F30B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5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F830F7-7D26-9C9E-D791-895A890F2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3C8BB-3B83-FAC8-735B-388749778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99C7-5913-4331-FBA5-366BB93A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B70B-A379-7D21-D6E9-EEEAA2290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391B3-2719-BB7C-336E-0727C566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048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6227BE-3CD8-E027-1558-DDBC5C8F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C51A5-C59E-9A12-6F38-487DBBC3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11117-9A8F-0D44-265F-616924B2B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5C4EA-148E-412D-A31E-0186A88C2424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A7580-49E1-1FD4-0E56-4A1648A0CB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79D27-CDB7-0577-8B04-E186289FA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0E51E-8C02-48DA-A387-97E5AFB273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6B47C4-74C0-5C6D-46E3-EE5FF91DCE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022" b="-1"/>
          <a:stretch>
            <a:fillRect/>
          </a:stretch>
        </p:blipFill>
        <p:spPr>
          <a:xfrm>
            <a:off x="21057" y="0"/>
            <a:ext cx="12188952" cy="6857990"/>
          </a:xfrm>
          <a:prstGeom prst="rect">
            <a:avLst/>
          </a:prstGeom>
        </p:spPr>
      </p:pic>
      <p:sp>
        <p:nvSpPr>
          <p:cNvPr id="133" name="Freeform: Shape 132">
            <a:extLst>
              <a:ext uri="{FF2B5EF4-FFF2-40B4-BE49-F238E27FC236}">
                <a16:creationId xmlns:a16="http://schemas.microsoft.com/office/drawing/2014/main" id="{F6DD4703-FD80-4610-ACE9-01DCD86D8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7853" y="0"/>
            <a:ext cx="10256294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9CEFCBC2-6F82-4011-8D8D-90F43DCB1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08571" y="0"/>
            <a:ext cx="9958950" cy="6858000"/>
          </a:xfrm>
          <a:custGeom>
            <a:avLst/>
            <a:gdLst>
              <a:gd name="connsiteX0" fmla="*/ 7551973 w 9174595"/>
              <a:gd name="connsiteY0" fmla="*/ 0 h 6858000"/>
              <a:gd name="connsiteX1" fmla="*/ 5634635 w 9174595"/>
              <a:gd name="connsiteY1" fmla="*/ 0 h 6858000"/>
              <a:gd name="connsiteX2" fmla="*/ 5550590 w 9174595"/>
              <a:gd name="connsiteY2" fmla="*/ 0 h 6858000"/>
              <a:gd name="connsiteX3" fmla="*/ 5480986 w 9174595"/>
              <a:gd name="connsiteY3" fmla="*/ 0 h 6858000"/>
              <a:gd name="connsiteX4" fmla="*/ 4886240 w 9174595"/>
              <a:gd name="connsiteY4" fmla="*/ 0 h 6858000"/>
              <a:gd name="connsiteX5" fmla="*/ 4816638 w 9174595"/>
              <a:gd name="connsiteY5" fmla="*/ 0 h 6858000"/>
              <a:gd name="connsiteX6" fmla="*/ 4357958 w 9174595"/>
              <a:gd name="connsiteY6" fmla="*/ 0 h 6858000"/>
              <a:gd name="connsiteX7" fmla="*/ 4288354 w 9174595"/>
              <a:gd name="connsiteY7" fmla="*/ 0 h 6858000"/>
              <a:gd name="connsiteX8" fmla="*/ 3693608 w 9174595"/>
              <a:gd name="connsiteY8" fmla="*/ 0 h 6858000"/>
              <a:gd name="connsiteX9" fmla="*/ 3624006 w 9174595"/>
              <a:gd name="connsiteY9" fmla="*/ 0 h 6858000"/>
              <a:gd name="connsiteX10" fmla="*/ 3276448 w 9174595"/>
              <a:gd name="connsiteY10" fmla="*/ 0 h 6858000"/>
              <a:gd name="connsiteX11" fmla="*/ 1622622 w 9174595"/>
              <a:gd name="connsiteY11" fmla="*/ 0 h 6858000"/>
              <a:gd name="connsiteX12" fmla="*/ 1600504 w 9174595"/>
              <a:gd name="connsiteY12" fmla="*/ 14997 h 6858000"/>
              <a:gd name="connsiteX13" fmla="*/ 0 w 9174595"/>
              <a:gd name="connsiteY13" fmla="*/ 3621656 h 6858000"/>
              <a:gd name="connsiteX14" fmla="*/ 1873886 w 9174595"/>
              <a:gd name="connsiteY14" fmla="*/ 6374814 h 6858000"/>
              <a:gd name="connsiteX15" fmla="*/ 2390406 w 9174595"/>
              <a:gd name="connsiteY15" fmla="*/ 6780599 h 6858000"/>
              <a:gd name="connsiteX16" fmla="*/ 2502136 w 9174595"/>
              <a:gd name="connsiteY16" fmla="*/ 6858000 h 6858000"/>
              <a:gd name="connsiteX17" fmla="*/ 3276448 w 9174595"/>
              <a:gd name="connsiteY17" fmla="*/ 6858000 h 6858000"/>
              <a:gd name="connsiteX18" fmla="*/ 3624006 w 9174595"/>
              <a:gd name="connsiteY18" fmla="*/ 6858000 h 6858000"/>
              <a:gd name="connsiteX19" fmla="*/ 3693608 w 9174595"/>
              <a:gd name="connsiteY19" fmla="*/ 6858000 h 6858000"/>
              <a:gd name="connsiteX20" fmla="*/ 4288354 w 9174595"/>
              <a:gd name="connsiteY20" fmla="*/ 6858000 h 6858000"/>
              <a:gd name="connsiteX21" fmla="*/ 4357958 w 9174595"/>
              <a:gd name="connsiteY21" fmla="*/ 6858000 h 6858000"/>
              <a:gd name="connsiteX22" fmla="*/ 4816638 w 9174595"/>
              <a:gd name="connsiteY22" fmla="*/ 6858000 h 6858000"/>
              <a:gd name="connsiteX23" fmla="*/ 4886240 w 9174595"/>
              <a:gd name="connsiteY23" fmla="*/ 6858000 h 6858000"/>
              <a:gd name="connsiteX24" fmla="*/ 5480986 w 9174595"/>
              <a:gd name="connsiteY24" fmla="*/ 6858000 h 6858000"/>
              <a:gd name="connsiteX25" fmla="*/ 5550590 w 9174595"/>
              <a:gd name="connsiteY25" fmla="*/ 6858000 h 6858000"/>
              <a:gd name="connsiteX26" fmla="*/ 5634635 w 9174595"/>
              <a:gd name="connsiteY26" fmla="*/ 6858000 h 6858000"/>
              <a:gd name="connsiteX27" fmla="*/ 6672460 w 9174595"/>
              <a:gd name="connsiteY27" fmla="*/ 6858000 h 6858000"/>
              <a:gd name="connsiteX28" fmla="*/ 6784188 w 9174595"/>
              <a:gd name="connsiteY28" fmla="*/ 6780599 h 6858000"/>
              <a:gd name="connsiteX29" fmla="*/ 7300708 w 9174595"/>
              <a:gd name="connsiteY29" fmla="*/ 6374814 h 6858000"/>
              <a:gd name="connsiteX30" fmla="*/ 9174595 w 9174595"/>
              <a:gd name="connsiteY30" fmla="*/ 3621656 h 6858000"/>
              <a:gd name="connsiteX31" fmla="*/ 7574092 w 9174595"/>
              <a:gd name="connsiteY3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174595" h="6858000">
                <a:moveTo>
                  <a:pt x="7551973" y="0"/>
                </a:moveTo>
                <a:lnTo>
                  <a:pt x="5634635" y="0"/>
                </a:lnTo>
                <a:lnTo>
                  <a:pt x="5550590" y="0"/>
                </a:lnTo>
                <a:lnTo>
                  <a:pt x="5480986" y="0"/>
                </a:lnTo>
                <a:lnTo>
                  <a:pt x="4886240" y="0"/>
                </a:lnTo>
                <a:lnTo>
                  <a:pt x="4816638" y="0"/>
                </a:lnTo>
                <a:lnTo>
                  <a:pt x="4357958" y="0"/>
                </a:lnTo>
                <a:lnTo>
                  <a:pt x="4288354" y="0"/>
                </a:lnTo>
                <a:lnTo>
                  <a:pt x="3693608" y="0"/>
                </a:lnTo>
                <a:lnTo>
                  <a:pt x="3624006" y="0"/>
                </a:lnTo>
                <a:lnTo>
                  <a:pt x="3276448" y="0"/>
                </a:lnTo>
                <a:lnTo>
                  <a:pt x="1622622" y="0"/>
                </a:lnTo>
                <a:lnTo>
                  <a:pt x="1600504" y="14997"/>
                </a:lnTo>
                <a:cubicBezTo>
                  <a:pt x="573594" y="754641"/>
                  <a:pt x="0" y="2093192"/>
                  <a:pt x="0" y="3621656"/>
                </a:cubicBezTo>
                <a:cubicBezTo>
                  <a:pt x="0" y="4969131"/>
                  <a:pt x="928496" y="5602839"/>
                  <a:pt x="1873886" y="6374814"/>
                </a:cubicBezTo>
                <a:cubicBezTo>
                  <a:pt x="2046046" y="6515397"/>
                  <a:pt x="2216632" y="6653108"/>
                  <a:pt x="2390406" y="6780599"/>
                </a:cubicBezTo>
                <a:lnTo>
                  <a:pt x="2502136" y="6858000"/>
                </a:lnTo>
                <a:lnTo>
                  <a:pt x="3276448" y="6858000"/>
                </a:lnTo>
                <a:lnTo>
                  <a:pt x="3624006" y="6858000"/>
                </a:lnTo>
                <a:lnTo>
                  <a:pt x="3693608" y="6858000"/>
                </a:lnTo>
                <a:lnTo>
                  <a:pt x="4288354" y="6858000"/>
                </a:lnTo>
                <a:lnTo>
                  <a:pt x="4357958" y="6858000"/>
                </a:lnTo>
                <a:lnTo>
                  <a:pt x="4816638" y="6858000"/>
                </a:lnTo>
                <a:lnTo>
                  <a:pt x="4886240" y="6858000"/>
                </a:lnTo>
                <a:lnTo>
                  <a:pt x="5480986" y="6858000"/>
                </a:lnTo>
                <a:lnTo>
                  <a:pt x="5550590" y="6858000"/>
                </a:lnTo>
                <a:lnTo>
                  <a:pt x="5634635" y="6858000"/>
                </a:lnTo>
                <a:lnTo>
                  <a:pt x="6672460" y="6858000"/>
                </a:lnTo>
                <a:lnTo>
                  <a:pt x="6784188" y="6780599"/>
                </a:lnTo>
                <a:cubicBezTo>
                  <a:pt x="6957963" y="6653108"/>
                  <a:pt x="7128548" y="6515397"/>
                  <a:pt x="7300708" y="6374814"/>
                </a:cubicBezTo>
                <a:cubicBezTo>
                  <a:pt x="8246100" y="5602839"/>
                  <a:pt x="9174595" y="4969131"/>
                  <a:pt x="9174595" y="3621656"/>
                </a:cubicBezTo>
                <a:cubicBezTo>
                  <a:pt x="9174595" y="2093192"/>
                  <a:pt x="8601001" y="754641"/>
                  <a:pt x="7574092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2E9DED9E-DE30-402A-B9D1-AC3C24025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08673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5CCB7C65-BA06-49C5-8D3C-51F97B409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5235" y="-35602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8F87B9-8C7B-345F-18C3-17E856E5B663}"/>
              </a:ext>
            </a:extLst>
          </p:cNvPr>
          <p:cNvGrpSpPr/>
          <p:nvPr/>
        </p:nvGrpSpPr>
        <p:grpSpPr>
          <a:xfrm>
            <a:off x="2177241" y="1637860"/>
            <a:ext cx="7815749" cy="3921311"/>
            <a:chOff x="2177241" y="1637860"/>
            <a:chExt cx="7815749" cy="392131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2856EED-4169-F1D0-EB16-945385212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7241" y="1637860"/>
              <a:ext cx="7815749" cy="26580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1CFBAA3-50D4-335F-6C9D-4DB1BDD59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094" y="4065522"/>
              <a:ext cx="6950042" cy="1493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690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DE84639-8B57-0422-F17B-8783E3AF8D81}"/>
              </a:ext>
            </a:extLst>
          </p:cNvPr>
          <p:cNvGrpSpPr/>
          <p:nvPr/>
        </p:nvGrpSpPr>
        <p:grpSpPr>
          <a:xfrm>
            <a:off x="416402" y="197"/>
            <a:ext cx="11775598" cy="6857803"/>
            <a:chOff x="416402" y="197"/>
            <a:chExt cx="11775598" cy="685780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75521D7-AAEA-994B-A004-C2B805FEF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0651" y="197"/>
              <a:ext cx="3671349" cy="685780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AC63341-7ECB-440D-F3AE-D0381781B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8549" y="238974"/>
              <a:ext cx="5797798" cy="107298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57B60AD-21F6-91C3-4044-4E568386C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6402" y="981607"/>
              <a:ext cx="3414056" cy="70719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FD83E1-D771-B5B2-42F5-3C88077C2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6402" y="1588081"/>
              <a:ext cx="7779170" cy="2066723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9C43A08-59B0-4E3C-94E3-26072425A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16402" y="4350157"/>
              <a:ext cx="7779170" cy="206672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2376CE6-F378-B2A8-3381-89E9A5557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6402" y="3703925"/>
              <a:ext cx="5919729" cy="646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846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BFAAAF-3AB1-120F-DAE1-821B5464F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4842933" cy="685800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8687FD9-EE75-72DD-81D4-BD3AE2908DD0}"/>
              </a:ext>
            </a:extLst>
          </p:cNvPr>
          <p:cNvGrpSpPr/>
          <p:nvPr/>
        </p:nvGrpSpPr>
        <p:grpSpPr>
          <a:xfrm>
            <a:off x="397384" y="626808"/>
            <a:ext cx="11152840" cy="5620999"/>
            <a:chOff x="397384" y="626808"/>
            <a:chExt cx="11152840" cy="56209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A9F346D-00F7-7B0C-51C2-316F16109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384" y="654243"/>
              <a:ext cx="3755461" cy="556613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328937-6D05-65FA-2CB6-6B6BA2F37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0317" y="626808"/>
              <a:ext cx="6309907" cy="56209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855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D0625B-775E-08F9-8B26-FE57CDAA83F7}"/>
              </a:ext>
            </a:extLst>
          </p:cNvPr>
          <p:cNvGrpSpPr/>
          <p:nvPr/>
        </p:nvGrpSpPr>
        <p:grpSpPr>
          <a:xfrm>
            <a:off x="438049" y="643359"/>
            <a:ext cx="11370130" cy="5639289"/>
            <a:chOff x="149415" y="612662"/>
            <a:chExt cx="11370130" cy="563928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BAFAEBF-5B51-7802-75CB-3B51BF8C3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415" y="612662"/>
              <a:ext cx="4907705" cy="563928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AAF299B-5564-31A3-FCBF-8BFCE51ED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0121" y="883223"/>
              <a:ext cx="6279424" cy="50601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081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F138222-D274-4866-96E7-C3B1D6DA8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Arc 49">
            <a:extLst>
              <a:ext uri="{FF2B5EF4-FFF2-40B4-BE49-F238E27FC236}">
                <a16:creationId xmlns:a16="http://schemas.microsoft.com/office/drawing/2014/main" id="{5888E255-D20B-4F26-B9DA-3DF036797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2AD46D6-02D6-45B3-921C-F4033826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2790" y="5367348"/>
            <a:ext cx="616353" cy="5996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9769B0-458F-E1E8-FA88-E6797F603A0D}"/>
              </a:ext>
            </a:extLst>
          </p:cNvPr>
          <p:cNvGrpSpPr/>
          <p:nvPr/>
        </p:nvGrpSpPr>
        <p:grpSpPr>
          <a:xfrm>
            <a:off x="412271" y="139992"/>
            <a:ext cx="11779729" cy="6578016"/>
            <a:chOff x="412271" y="225252"/>
            <a:chExt cx="11779729" cy="65780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2197AE-8D63-64FD-B0D9-6E9DE3593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266" b="2"/>
            <a:stretch>
              <a:fillRect/>
            </a:stretch>
          </p:blipFill>
          <p:spPr>
            <a:xfrm>
              <a:off x="412271" y="280201"/>
              <a:ext cx="6183837" cy="6297597"/>
            </a:xfrm>
            <a:custGeom>
              <a:avLst/>
              <a:gdLst/>
              <a:ahLst/>
              <a:cxnLst/>
              <a:rect l="l" t="t" r="r" b="b"/>
              <a:pathLst>
                <a:path w="5051479" h="5503900">
                  <a:moveTo>
                    <a:pt x="151948" y="0"/>
                  </a:moveTo>
                  <a:lnTo>
                    <a:pt x="4899531" y="0"/>
                  </a:lnTo>
                  <a:cubicBezTo>
                    <a:pt x="4983450" y="0"/>
                    <a:pt x="5051479" y="68029"/>
                    <a:pt x="5051479" y="151948"/>
                  </a:cubicBezTo>
                  <a:lnTo>
                    <a:pt x="5051479" y="5351952"/>
                  </a:lnTo>
                  <a:cubicBezTo>
                    <a:pt x="5051479" y="5435871"/>
                    <a:pt x="4983450" y="5503900"/>
                    <a:pt x="4899531" y="5503900"/>
                  </a:cubicBezTo>
                  <a:lnTo>
                    <a:pt x="151948" y="5503900"/>
                  </a:lnTo>
                  <a:cubicBezTo>
                    <a:pt x="68029" y="5503900"/>
                    <a:pt x="0" y="5435871"/>
                    <a:pt x="0" y="5351952"/>
                  </a:cubicBezTo>
                  <a:lnTo>
                    <a:pt x="0" y="151948"/>
                  </a:lnTo>
                  <a:cubicBezTo>
                    <a:pt x="0" y="68029"/>
                    <a:pt x="68029" y="0"/>
                    <a:pt x="151948" y="0"/>
                  </a:cubicBezTo>
                  <a:close/>
                </a:path>
              </a:pathLst>
            </a:cu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A55ADF4-B383-F21D-68B3-FB9A0C52A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07636" y="225252"/>
              <a:ext cx="5413717" cy="206672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86BE5FA-448E-56A8-2183-F2079C13E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03029" y="2346706"/>
              <a:ext cx="5182049" cy="445656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B93E800-A09D-F0BE-D67A-EBB4221EB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26716" y="2291974"/>
              <a:ext cx="3365284" cy="446875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F5F0DFF-EAE3-0629-D2AA-AC4C39F6D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86035" y="2608667"/>
              <a:ext cx="902956" cy="257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88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2F6159-A174-A304-FC7F-8F61CD3963CE}"/>
              </a:ext>
            </a:extLst>
          </p:cNvPr>
          <p:cNvGrpSpPr/>
          <p:nvPr/>
        </p:nvGrpSpPr>
        <p:grpSpPr>
          <a:xfrm>
            <a:off x="563269" y="228719"/>
            <a:ext cx="10794490" cy="6190547"/>
            <a:chOff x="563269" y="228719"/>
            <a:chExt cx="10794490" cy="619054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38A6753-ADAA-8899-09E2-3302EE559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1248" y="2011476"/>
              <a:ext cx="10516511" cy="440779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BD36B9F-2BFF-8108-6954-A6504599C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269" y="228719"/>
              <a:ext cx="10754276" cy="1304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4177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6" name="Freeform: Shape 45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BDA21F-ABDA-F602-7DCE-4FB879EB990C}"/>
              </a:ext>
            </a:extLst>
          </p:cNvPr>
          <p:cNvGrpSpPr/>
          <p:nvPr/>
        </p:nvGrpSpPr>
        <p:grpSpPr>
          <a:xfrm>
            <a:off x="196994" y="129115"/>
            <a:ext cx="11727023" cy="6529382"/>
            <a:chOff x="196994" y="129115"/>
            <a:chExt cx="11727023" cy="65293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B6C436-645C-4C18-669F-574596617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994" y="740183"/>
              <a:ext cx="5078408" cy="146316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02C1609-5738-B961-1EF9-CCDA614B9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469" y="2516778"/>
              <a:ext cx="4858933" cy="374326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74C6D19-DDF7-B03C-9566-AA3A526DF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3868" y="129115"/>
              <a:ext cx="5560034" cy="337138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3E7DEAD-9E47-950F-E7BA-C5E68FA8B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63983" y="3500495"/>
              <a:ext cx="5560034" cy="315800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17C1BE4-16E0-7DC4-7784-A6BAACDE6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8098" y="478875"/>
              <a:ext cx="943107" cy="238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8491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54ADE7B-DA88-3D26-D7AA-AA36D1465EFB}"/>
              </a:ext>
            </a:extLst>
          </p:cNvPr>
          <p:cNvGrpSpPr/>
          <p:nvPr/>
        </p:nvGrpSpPr>
        <p:grpSpPr>
          <a:xfrm>
            <a:off x="475721" y="133762"/>
            <a:ext cx="11532875" cy="6582391"/>
            <a:chOff x="475721" y="133762"/>
            <a:chExt cx="11532875" cy="658239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C24394-CB79-C09C-3563-E8A3706B8F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884" y="133762"/>
              <a:ext cx="7846232" cy="137171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71F3A6E-62DF-91AD-EDE6-EBDF0111E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5721" y="1784112"/>
              <a:ext cx="6401355" cy="250567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38B108-B20B-BC2B-D6C6-6009145D7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5721" y="1285102"/>
              <a:ext cx="5249111" cy="71939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4A0A9CC-B648-8037-C6B0-8B09D6FD0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33490" y="3966669"/>
              <a:ext cx="2975106" cy="64623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3B027AF-15FF-97C2-BA0D-38B3B26B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21021" y="4216576"/>
              <a:ext cx="6395258" cy="24995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8386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F72FF3-3BB0-5B31-5A39-A64C7A016CF5}"/>
              </a:ext>
            </a:extLst>
          </p:cNvPr>
          <p:cNvGrpSpPr/>
          <p:nvPr/>
        </p:nvGrpSpPr>
        <p:grpSpPr>
          <a:xfrm>
            <a:off x="563269" y="185356"/>
            <a:ext cx="10754276" cy="6244748"/>
            <a:chOff x="563269" y="185356"/>
            <a:chExt cx="10754276" cy="624474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CD29887-3B1B-D481-9B5C-B788AAB15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269" y="185356"/>
              <a:ext cx="10754276" cy="130465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B4D2E36-618E-B4B5-CE0D-0E42E4B2B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034" y="2071086"/>
              <a:ext cx="10516511" cy="4359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89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84244-6EA8-95F5-883F-363B2C510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096" y="2355188"/>
            <a:ext cx="6956139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78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6</Words>
  <Application>Microsoft Office PowerPoint</Application>
  <PresentationFormat>Widescreen</PresentationFormat>
  <Paragraphs>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Meiryo</vt:lpstr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Archita Porov</dc:creator>
  <cp:lastModifiedBy>Archita Porov</cp:lastModifiedBy>
  <cp:revision>19</cp:revision>
  <dcterms:created xsi:type="dcterms:W3CDTF">2026-01-20T14:39:38Z</dcterms:created>
  <dcterms:modified xsi:type="dcterms:W3CDTF">2026-01-24T07:39:33Z</dcterms:modified>
</cp:coreProperties>
</file>